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8274B"/>
                </a:solidFill>
                <a:latin typeface="Aptos"/>
              </a:defRPr>
            </a:pPr>
            <a:r>
              <a:t>SHRDLU (1970)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76FB4"/>
                </a:solidFill>
                <a:latin typeface="Aptos"/>
              </a:defRPr>
            </a:pPr>
            <a:r>
              <a:t>Del mundo de bloques a la inteligencia artificial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F6673"/>
                </a:solidFill>
                <a:latin typeface="Aptos"/>
              </a:defRPr>
            </a:pPr>
            <a:r>
              <a:t>Terry Winograd · Lenguaje natural · Razonamiento · 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9236"/>
                </a:solidFill>
                <a:latin typeface="Aptos"/>
              </a:defRPr>
            </a:pPr>
            <a:r>
              <a:t>Mini presentación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1. ¿Qué era SHRDLU?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Programa de inteligencia artificial desarrollado por Terry Winograd alrededor de 1970.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Permitía conversar en lenguaje natural con un sistema que manipulaba objetos en un mundo virtual de bloques.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El usuario podía dar órdenes, realizar preguntas y solicitar explicaciones.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Fue una demostración muy avanzada para su época, aunque funcionaba dentro de un entorno artificial y limitado.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2. Las tres capacidades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Lenguaje natural: interpretaba frases humanas como «pon el cubo rojo sobre el cubo verde».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Razonamiento lógico: utilizaba el conocimiento del mundo para decidir qué acciones eran posibles.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Percepción y acción simuladas: identificaba objetos virtuales y modificaba sus posiciones.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Estas capacidades estaban integradas en un único sistema orientado a un micromundo.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3. Ejemplo de funcionamiento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673"/>
                </a:solidFill>
                <a:latin typeface="Aptos"/>
              </a:defRPr>
            </a:pPr>
            <a:r>
              <a:t>Una interacción típica con el mundo de bloques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76FB4"/>
                </a:solidFill>
                <a:latin typeface="Aptos"/>
              </a:defRPr>
            </a:pPr>
            <a:r>
              <a:t>Usuario: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32832"/>
                </a:solidFill>
                <a:latin typeface="Aptos"/>
              </a:defRPr>
            </a:pPr>
            <a:r>
              <a:t>«Pon el cubo rojo sobre el cubo verde».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76FB4"/>
                </a:solidFill>
                <a:latin typeface="Aptos"/>
              </a:defRPr>
            </a:pPr>
            <a:r>
              <a:t>El sistema debe: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9875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Identificar el cubo rojo y el cubo verde.</a:t>
            </a:r>
          </a:p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Comprender la relación espacial «sobre».</a:t>
            </a:r>
          </a:p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Comprobar si la acción es posible.</a:t>
            </a:r>
          </a:p>
          <a:p>
            <a:pPr>
              <a:spcAft>
                <a:spcPts val="10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Planificar y ejecutar el movimiento dentro de la simulación.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4. ¿Por qué fue importante?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Mostró que una máquina podía interactuar con una persona mediante lenguaje natural.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No se limitaba a responder palabras aisladas: relacionaba las órdenes con objetos y acciones.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Combinaba representación del conocimiento, inferencia y planificación.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Anticipó una idea central de muchos sistemas actuales: transformar una intención humana en una acción sobre un entorno.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5. Limitaciones de SHRDLU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Funcionaba en un micromundo con pocos objetos, reglas claras y un vocabulario restringido.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No comprendía el mundo real de forma general.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Trasladar sus capacidades a situaciones abiertas y ambiguas era un reto importante.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Una IA que funciona muy bien en un entorno controlado no necesariamente funciona igual en entornos complejos.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6. Relación con la IA actual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La idea compartida es: lenguaje natural → interpretación → razonamiento → acción.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Actualmente los sistemas pueden trabajar con aplicaciones, documentos, simuladores, robots y dispositivos.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La arquitectura moderna suele combinar modelos de lenguaje, herramientas, visión, código y sistemas de control.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No significa que las tecnologías actuales utilicen exactamente el mismo código o arquitectura que SHRDLU.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7. Ejemplo actual: agentes de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Orden: «Busca en el archivo de ventas los productos con menos de 100 unidades y prepara un informe».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El agente puede identificar las columnas, filtrar los datos, realizar cálculos y generar un informe.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La conexión con SHRDLU está en convertir una instrucción humana en una secuencia de operaciones.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Diferencia: el agente moderno puede utilizar herramientas externas y necesita permisos, validaciones y control de errores.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8. Ejemplo actual: robótica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Orden: «Coge la taza roja y colócala sobre la mesa».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El sistema debe interpretar la orden, identificar los objetos, planificar el movimiento y controlar el robot.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También debe afrontar obstáculos reales: iluminación, objetos parecidos, precisión y cambios en el entorno.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La diferencia principal es que la acción deja de ser simulada y afecta al mundo físico.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9. Ejemplo actual: simulación 3D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Los simuladores 3D permiten crear cocinas, almacenes, hoteles y otros entornos virtuales.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Los robots pueden entrenarse o evaluarse en estos espacios antes de realizar tareas en el mundo real.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Ejemplos de tareas: coger una manzana, abrir un armario o mover una botella.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La relación con SHRDLU es directa a nivel conceptual: usar un entorno virtual para representar objetos, relaciones y acciones.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10. Otros ejemplos variados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Videojuegos: NPC que interpretan conversaciones y reaccionan al estado del mundo virtual.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Hogares inteligentes: «Apaga las luces del salón y ajusta la calefacción a 21 grados».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Asistentes de productividad: organizar documentos, crear informes o ejecutar flujos de trabajo.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En todos los casos, la IA debe interpretar el contexto y respetar las capacidades y permisos disponibles.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11. Aplicación cercana: análisis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Petición: «Identifica los productos con menos de 100 ventas y calcula sus ingresos estimados».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El sistema puede seleccionar columnas, filtrar registros, ejecutar código Python o SQL y presentar el resultado.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Ejemplo: si un monitor tiene 75 ventas y cuesta 200 €, los ingresos estimados serían 15.000 €.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La analogía con SHRDLU es el paso de lenguaje natural a operaciones sobre una representación estructurada del entorno.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12. Comparación resumida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SHRDLU: mundo de bloques, reglas explícitas y acciones virtuales.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IA actual: entornos digitales y físicos más variados, modelos de lenguaje y herramientas externas.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SHRDLU: dominio muy limitado, pero controlado.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IA actual: mayor flexibilidad, aunque todavía existen errores, ambigüedad y problemas de fiabilidad.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Concepto compartido: comprender una intención y actuar sobre un entorno.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13. Conclusión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234440" cy="64008"/>
          </a:xfrm>
          <a:prstGeom prst="rect">
            <a:avLst/>
          </a:prstGeom>
          <a:solidFill>
            <a:srgbClr val="E0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SHRDLU fue pionero al integrar lenguaje natural, razonamiento y acción en un entorno virtual.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Sus limitaciones mostraron la dificultad de pasar de un micromundo controlado al mundo real.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Hoy encontramos ideas similares en agentes de IA, robótica, simulación 3D, videojuegos y hogares inteligentes.</a:t>
            </a:r>
          </a:p>
          <a:p>
            <a:pPr>
              <a:spcAft>
                <a:spcPts val="1000"/>
              </a:spcAft>
              <a:defRPr sz="2100">
                <a:solidFill>
                  <a:srgbClr val="232832"/>
                </a:solidFill>
                <a:latin typeface="Aptos"/>
              </a:defRPr>
            </a:pPr>
            <a:r>
              <a:t>La IA ha avanzado, pero comprender el contexto, planificar y actuar de forma fiable sigue siendo un desafío.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673"/>
                </a:solidFill>
                <a:latin typeface="Aptos"/>
              </a:defRPr>
            </a:pPr>
            <a:r>
              <a:t>SHRDLU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673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1017</Words>
  <Application>Microsoft Office PowerPoint</Application>
  <PresentationFormat>Panorámica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Elias</cp:lastModifiedBy>
  <cp:revision>2</cp:revision>
  <dcterms:created xsi:type="dcterms:W3CDTF">2013-01-27T09:14:16Z</dcterms:created>
  <dcterms:modified xsi:type="dcterms:W3CDTF">2026-09-17T18:44:04Z</dcterms:modified>
  <cp:category/>
</cp:coreProperties>
</file>